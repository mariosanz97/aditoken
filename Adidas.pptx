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58" r:id="rId3"/>
    <p:sldId id="290" r:id="rId4"/>
    <p:sldId id="291" r:id="rId5"/>
    <p:sldId id="259" r:id="rId6"/>
    <p:sldId id="261" r:id="rId7"/>
    <p:sldId id="286" r:id="rId8"/>
    <p:sldId id="287" r:id="rId9"/>
    <p:sldId id="288" r:id="rId10"/>
    <p:sldId id="281" r:id="rId11"/>
  </p:sldIdLst>
  <p:sldSz cx="9144000" cy="5143500" type="screen16x9"/>
  <p:notesSz cx="6858000" cy="9144000"/>
  <p:embeddedFontLst>
    <p:embeddedFont>
      <p:font typeface="Muli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73B8A8-A2A9-4A83-A9A5-35CA9707C47F}">
  <a:tblStyle styleId="{0B73B8A8-A2A9-4A83-A9A5-35CA9707C4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 snapToGrid="0" snapToObjects="1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20516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789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89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660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Shape 3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752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22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501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738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733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18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Shape 4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63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2748000" y="747750"/>
            <a:ext cx="3648000" cy="3648000"/>
          </a:xfrm>
          <a:prstGeom prst="ellipse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2747950" y="747775"/>
            <a:ext cx="3648000" cy="3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>
            <a:off x="2525575" y="525325"/>
            <a:ext cx="4092900" cy="4092900"/>
          </a:xfrm>
          <a:prstGeom prst="diamond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3009350" y="2573875"/>
            <a:ext cx="30867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None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048000" y="529375"/>
            <a:ext cx="30480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Shape 23"/>
          <p:cNvSpPr/>
          <p:nvPr/>
        </p:nvSpPr>
        <p:spPr>
          <a:xfrm>
            <a:off x="2380350" y="0"/>
            <a:ext cx="6763800" cy="5143500"/>
          </a:xfrm>
          <a:prstGeom prst="rect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2902775" y="302375"/>
            <a:ext cx="5718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2902950" y="1509475"/>
            <a:ext cx="5718600" cy="312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uli"/>
              <a:buChar char="➜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●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●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hape 38"/>
          <p:cNvSpPr/>
          <p:nvPr/>
        </p:nvSpPr>
        <p:spPr>
          <a:xfrm>
            <a:off x="2380350" y="0"/>
            <a:ext cx="6763800" cy="5143500"/>
          </a:xfrm>
          <a:prstGeom prst="rect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2902775" y="1538525"/>
            <a:ext cx="1914900" cy="3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➜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●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●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915914" y="1538525"/>
            <a:ext cx="1914900" cy="3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➜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3"/>
          </p:nvPr>
        </p:nvSpPr>
        <p:spPr>
          <a:xfrm>
            <a:off x="6929053" y="1538525"/>
            <a:ext cx="1914900" cy="3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➜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●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●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○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uli"/>
              <a:buChar char="■"/>
              <a:defRPr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2902775" y="302375"/>
            <a:ext cx="5718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>
            <a:off x="1190100" y="0"/>
            <a:ext cx="6763800" cy="857400"/>
          </a:xfrm>
          <a:prstGeom prst="rect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190100" y="302375"/>
            <a:ext cx="67638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2902950" y="1509475"/>
            <a:ext cx="5718600" cy="31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uli"/>
              <a:buChar char="➜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●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●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○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uli"/>
              <a:buChar char="■"/>
              <a:defRPr sz="2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2902775" y="302375"/>
            <a:ext cx="57186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7" r:id="rId6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2747950" y="747775"/>
            <a:ext cx="3648000" cy="3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ADITOKEN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98972732-E007-2B4D-A8DA-469817C04B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/>
        </p:nvSpPr>
        <p:spPr>
          <a:xfrm>
            <a:off x="0" y="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ctrTitle" idx="4294967295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00B2FF"/>
                </a:solidFill>
              </a:rPr>
              <a:t>Hello!</a:t>
            </a:r>
            <a:endParaRPr sz="9600" dirty="0">
              <a:solidFill>
                <a:srgbClr val="00B2FF"/>
              </a:solidFill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subTitle" idx="1"/>
          </p:nvPr>
        </p:nvSpPr>
        <p:spPr>
          <a:xfrm>
            <a:off x="876824" y="2688925"/>
            <a:ext cx="4583449" cy="2444700"/>
          </a:xfrm>
          <a:prstGeom prst="rect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ES" sz="3200" b="1"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Mario Sanz</a:t>
            </a:r>
          </a:p>
          <a:p>
            <a:pPr lvl="0"/>
            <a:r>
              <a:rPr lang="es-ES" sz="3200" b="1" dirty="0" err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Maurizio</a:t>
            </a:r>
            <a:r>
              <a:rPr lang="es-ES" sz="3200" b="1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Martín</a:t>
            </a:r>
          </a:p>
          <a:p>
            <a:pPr lvl="0"/>
            <a:r>
              <a:rPr lang="es-ES" sz="3200" b="1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Jennyfer González</a:t>
            </a:r>
            <a:endParaRPr sz="3200" b="1"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BD671D38-504A-5744-9D0A-81697DA2897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048000" y="1043180"/>
            <a:ext cx="3048000" cy="20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 err="1"/>
              <a:t>Our</a:t>
            </a:r>
            <a:r>
              <a:rPr lang="es-ES" sz="3200" dirty="0"/>
              <a:t> </a:t>
            </a:r>
            <a:br>
              <a:rPr lang="es-ES" sz="3200" dirty="0"/>
            </a:br>
            <a:r>
              <a:rPr lang="es-ES" sz="3200" dirty="0" err="1"/>
              <a:t>application</a:t>
            </a:r>
            <a:endParaRPr sz="3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5A81C87B-01CD-2048-AE93-C6F0A469A5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9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title"/>
          </p:nvPr>
        </p:nvSpPr>
        <p:spPr>
          <a:xfrm>
            <a:off x="2902775" y="302375"/>
            <a:ext cx="57186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REVIEW SOME CONCEPTS</a:t>
            </a:r>
            <a:endParaRPr dirty="0"/>
          </a:p>
        </p:txBody>
      </p:sp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2904024" y="1390650"/>
            <a:ext cx="1419781" cy="1027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Profile</a:t>
            </a:r>
          </a:p>
          <a:p>
            <a:pPr marL="0" indent="0">
              <a:buNone/>
            </a:pPr>
            <a:r>
              <a:rPr lang="es-ES" sz="1100" dirty="0" err="1"/>
              <a:t>Where</a:t>
            </a:r>
            <a:r>
              <a:rPr lang="es-ES" sz="1100" dirty="0"/>
              <a:t> </a:t>
            </a:r>
            <a:r>
              <a:rPr lang="es-ES" sz="1100" dirty="0" err="1"/>
              <a:t>you</a:t>
            </a:r>
            <a:r>
              <a:rPr lang="es-ES" sz="1100" dirty="0"/>
              <a:t> </a:t>
            </a:r>
            <a:r>
              <a:rPr lang="es-ES" sz="1100" dirty="0" err="1"/>
              <a:t>see</a:t>
            </a:r>
            <a:r>
              <a:rPr lang="es-ES" sz="1100" dirty="0"/>
              <a:t> </a:t>
            </a:r>
            <a:r>
              <a:rPr lang="es-ES" sz="1100" dirty="0" err="1"/>
              <a:t>your</a:t>
            </a:r>
            <a:r>
              <a:rPr lang="es-ES" sz="1100" dirty="0"/>
              <a:t> </a:t>
            </a:r>
            <a:r>
              <a:rPr lang="es-ES" sz="1100" dirty="0" err="1"/>
              <a:t>information</a:t>
            </a:r>
            <a:r>
              <a:rPr lang="es-ES" sz="1100" dirty="0"/>
              <a:t>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sp>
        <p:nvSpPr>
          <p:cNvPr id="329" name="Shape 329"/>
          <p:cNvSpPr txBox="1">
            <a:spLocks noGrp="1"/>
          </p:cNvSpPr>
          <p:nvPr>
            <p:ph type="body" idx="2"/>
          </p:nvPr>
        </p:nvSpPr>
        <p:spPr>
          <a:xfrm>
            <a:off x="4841720" y="1390650"/>
            <a:ext cx="18432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/>
              <a:t>AdidasEvents</a:t>
            </a:r>
            <a:endParaRPr lang="es-ES" sz="11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/>
              <a:t>Events</a:t>
            </a:r>
            <a:r>
              <a:rPr lang="es-ES" sz="1100" dirty="0"/>
              <a:t> to </a:t>
            </a:r>
            <a:r>
              <a:rPr lang="es-ES" sz="1100" dirty="0" err="1"/>
              <a:t>win</a:t>
            </a:r>
            <a:r>
              <a:rPr lang="es-ES" sz="1100" dirty="0"/>
              <a:t> </a:t>
            </a:r>
            <a:r>
              <a:rPr lang="es-ES" sz="1100" dirty="0" err="1"/>
              <a:t>points</a:t>
            </a:r>
            <a:endParaRPr lang="es-E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ES" sz="1100" dirty="0"/>
          </a:p>
        </p:txBody>
      </p:sp>
      <p:sp>
        <p:nvSpPr>
          <p:cNvPr id="330" name="Shape 330"/>
          <p:cNvSpPr txBox="1">
            <a:spLocks noGrp="1"/>
          </p:cNvSpPr>
          <p:nvPr>
            <p:ph type="body" idx="3"/>
          </p:nvPr>
        </p:nvSpPr>
        <p:spPr>
          <a:xfrm>
            <a:off x="6779414" y="1390650"/>
            <a:ext cx="18432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Exchange Events</a:t>
            </a:r>
            <a:endParaRPr sz="11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/>
              <a:t>Prizes</a:t>
            </a:r>
            <a:r>
              <a:rPr lang="es-ES" sz="1100" dirty="0"/>
              <a:t> </a:t>
            </a:r>
            <a:r>
              <a:rPr lang="es-ES" sz="1100" dirty="0" err="1"/>
              <a:t>you</a:t>
            </a:r>
            <a:r>
              <a:rPr lang="es-ES" sz="1100" dirty="0"/>
              <a:t> can swap </a:t>
            </a:r>
            <a:r>
              <a:rPr lang="es-ES" sz="1100" dirty="0" err="1"/>
              <a:t>with</a:t>
            </a:r>
            <a:r>
              <a:rPr lang="es-ES" sz="1100" dirty="0"/>
              <a:t> </a:t>
            </a:r>
            <a:r>
              <a:rPr lang="es-ES" sz="1100" dirty="0" err="1"/>
              <a:t>points</a:t>
            </a:r>
            <a:endParaRPr sz="1100" dirty="0"/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4474180" y="3381470"/>
            <a:ext cx="18432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Events Map</a:t>
            </a:r>
          </a:p>
          <a:p>
            <a:pPr marL="0" lvl="0" indent="0">
              <a:buNone/>
            </a:pPr>
            <a:r>
              <a:rPr lang="en" sz="1100" dirty="0"/>
              <a:t>A map where you can see events</a:t>
            </a:r>
            <a:endParaRPr sz="1100" b="1" dirty="0"/>
          </a:p>
        </p:txBody>
      </p:sp>
      <p:sp>
        <p:nvSpPr>
          <p:cNvPr id="332" name="Shape 332"/>
          <p:cNvSpPr txBox="1">
            <a:spLocks noGrp="1"/>
          </p:cNvSpPr>
          <p:nvPr>
            <p:ph type="body" idx="2"/>
          </p:nvPr>
        </p:nvSpPr>
        <p:spPr>
          <a:xfrm>
            <a:off x="6422483" y="3362098"/>
            <a:ext cx="18432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Rankings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/>
              <a:t>World</a:t>
            </a:r>
            <a:r>
              <a:rPr lang="es-ES" sz="1100" dirty="0"/>
              <a:t> Wide </a:t>
            </a:r>
            <a:r>
              <a:rPr lang="es-ES" sz="1100" dirty="0" err="1"/>
              <a:t>rank</a:t>
            </a:r>
            <a:endParaRPr lang="es-ES" sz="1100" dirty="0"/>
          </a:p>
        </p:txBody>
      </p:sp>
      <p:grpSp>
        <p:nvGrpSpPr>
          <p:cNvPr id="348" name="Shape 348"/>
          <p:cNvGrpSpPr/>
          <p:nvPr/>
        </p:nvGrpSpPr>
        <p:grpSpPr>
          <a:xfrm>
            <a:off x="4474180" y="2966085"/>
            <a:ext cx="307340" cy="307340"/>
            <a:chOff x="5941025" y="3634400"/>
            <a:chExt cx="467650" cy="467650"/>
          </a:xfrm>
        </p:grpSpPr>
        <p:sp>
          <p:nvSpPr>
            <p:cNvPr id="349" name="Shape 349"/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0" t="0" r="0" b="0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0" t="0" r="0" b="0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0" t="0" r="0" b="0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Shape 352"/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0" t="0" r="0" b="0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Shape 353"/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0" t="0" r="0" b="0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Shape 354"/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0" t="0" r="0" b="0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Shape 376"/>
          <p:cNvGrpSpPr/>
          <p:nvPr/>
        </p:nvGrpSpPr>
        <p:grpSpPr>
          <a:xfrm>
            <a:off x="6884643" y="1126492"/>
            <a:ext cx="297340" cy="264167"/>
            <a:chOff x="5292575" y="3681900"/>
            <a:chExt cx="420150" cy="373275"/>
          </a:xfrm>
        </p:grpSpPr>
        <p:sp>
          <p:nvSpPr>
            <p:cNvPr id="377" name="Shape 377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0" t="0" r="0" b="0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Shape 378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0" t="0" r="0" b="0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0" t="0" r="0" b="0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0" t="0" r="0" b="0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Shape 381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0" t="0" r="0" b="0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0" t="0" r="0" b="0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0" t="0" r="0" b="0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Shape 586">
            <a:extLst>
              <a:ext uri="{FF2B5EF4-FFF2-40B4-BE49-F238E27FC236}">
                <a16:creationId xmlns:a16="http://schemas.microsoft.com/office/drawing/2014/main" xmlns="" id="{04F0A106-0F96-D843-9631-4183CE1D51D0}"/>
              </a:ext>
            </a:extLst>
          </p:cNvPr>
          <p:cNvSpPr/>
          <p:nvPr/>
        </p:nvSpPr>
        <p:spPr>
          <a:xfrm>
            <a:off x="3036765" y="1022905"/>
            <a:ext cx="320378" cy="337776"/>
          </a:xfrm>
          <a:custGeom>
            <a:avLst/>
            <a:gdLst/>
            <a:ahLst/>
            <a:cxnLst/>
            <a:rect l="0" t="0" r="0" b="0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Shape 670">
            <a:extLst>
              <a:ext uri="{FF2B5EF4-FFF2-40B4-BE49-F238E27FC236}">
                <a16:creationId xmlns:a16="http://schemas.microsoft.com/office/drawing/2014/main" xmlns="" id="{A37B87DF-CEAD-FC42-B68C-CED8DFB38327}"/>
              </a:ext>
            </a:extLst>
          </p:cNvPr>
          <p:cNvGrpSpPr/>
          <p:nvPr/>
        </p:nvGrpSpPr>
        <p:grpSpPr>
          <a:xfrm>
            <a:off x="4958385" y="1014882"/>
            <a:ext cx="371564" cy="371543"/>
            <a:chOff x="576250" y="4319400"/>
            <a:chExt cx="442075" cy="442050"/>
          </a:xfrm>
        </p:grpSpPr>
        <p:sp>
          <p:nvSpPr>
            <p:cNvPr id="62" name="Shape 671">
              <a:extLst>
                <a:ext uri="{FF2B5EF4-FFF2-40B4-BE49-F238E27FC236}">
                  <a16:creationId xmlns:a16="http://schemas.microsoft.com/office/drawing/2014/main" xmlns="" id="{B420C914-A775-C24A-86E0-B9578A04CF4F}"/>
                </a:ext>
              </a:extLst>
            </p:cNvPr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672">
              <a:extLst>
                <a:ext uri="{FF2B5EF4-FFF2-40B4-BE49-F238E27FC236}">
                  <a16:creationId xmlns:a16="http://schemas.microsoft.com/office/drawing/2014/main" xmlns="" id="{1FC3B1AC-C725-DF41-B9D7-DAC710B40E20}"/>
                </a:ext>
              </a:extLst>
            </p:cNvPr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673">
              <a:extLst>
                <a:ext uri="{FF2B5EF4-FFF2-40B4-BE49-F238E27FC236}">
                  <a16:creationId xmlns:a16="http://schemas.microsoft.com/office/drawing/2014/main" xmlns="" id="{9C25DEC6-5EE7-BF41-B856-63785DC1664D}"/>
                </a:ext>
              </a:extLst>
            </p:cNvPr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Shape 674">
              <a:extLst>
                <a:ext uri="{FF2B5EF4-FFF2-40B4-BE49-F238E27FC236}">
                  <a16:creationId xmlns:a16="http://schemas.microsoft.com/office/drawing/2014/main" xmlns="" id="{BCCC50F5-C7D6-8C44-B117-FB05CAA9CFFF}"/>
                </a:ext>
              </a:extLst>
            </p:cNvPr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Shape 536">
            <a:extLst>
              <a:ext uri="{FF2B5EF4-FFF2-40B4-BE49-F238E27FC236}">
                <a16:creationId xmlns:a16="http://schemas.microsoft.com/office/drawing/2014/main" xmlns="" id="{0BB6E51D-AD2A-444A-99E9-BFE7C5644836}"/>
              </a:ext>
            </a:extLst>
          </p:cNvPr>
          <p:cNvGrpSpPr/>
          <p:nvPr/>
        </p:nvGrpSpPr>
        <p:grpSpPr>
          <a:xfrm>
            <a:off x="6422180" y="2915290"/>
            <a:ext cx="357234" cy="361310"/>
            <a:chOff x="5290150" y="1636700"/>
            <a:chExt cx="425025" cy="429875"/>
          </a:xfrm>
        </p:grpSpPr>
        <p:sp>
          <p:nvSpPr>
            <p:cNvPr id="68" name="Shape 537">
              <a:extLst>
                <a:ext uri="{FF2B5EF4-FFF2-40B4-BE49-F238E27FC236}">
                  <a16:creationId xmlns:a16="http://schemas.microsoft.com/office/drawing/2014/main" xmlns="" id="{37C35F7A-7DEA-004E-839B-7BEEC504E760}"/>
                </a:ext>
              </a:extLst>
            </p:cNvPr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0" t="0" r="0" b="0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Shape 538">
              <a:extLst>
                <a:ext uri="{FF2B5EF4-FFF2-40B4-BE49-F238E27FC236}">
                  <a16:creationId xmlns:a16="http://schemas.microsoft.com/office/drawing/2014/main" xmlns="" id="{FD9F309C-6700-284F-A215-73EB13250410}"/>
                </a:ext>
              </a:extLst>
            </p:cNvPr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0" t="0" r="0" b="0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6642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048000" y="1043180"/>
            <a:ext cx="3048000" cy="20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 err="1"/>
              <a:t>Why</a:t>
            </a:r>
            <a:r>
              <a:rPr lang="es-ES" sz="3200" dirty="0"/>
              <a:t> </a:t>
            </a:r>
            <a:r>
              <a:rPr lang="es-ES" sz="3200" dirty="0" err="1"/>
              <a:t>our</a:t>
            </a:r>
            <a:r>
              <a:rPr lang="es-ES" sz="3200" dirty="0"/>
              <a:t> </a:t>
            </a:r>
            <a:br>
              <a:rPr lang="es-ES" sz="3200" dirty="0"/>
            </a:br>
            <a:r>
              <a:rPr lang="es-ES" sz="3200" dirty="0" err="1"/>
              <a:t>application</a:t>
            </a:r>
            <a:r>
              <a:rPr lang="es-ES" sz="3200" dirty="0"/>
              <a:t> ?</a:t>
            </a:r>
            <a:endParaRPr sz="3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5A81C87B-01CD-2048-AE93-C6F0A469A5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2902950" y="1509475"/>
            <a:ext cx="5718600" cy="31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loyalty</a:t>
            </a:r>
            <a:endParaRPr dirty="0"/>
          </a:p>
          <a:p>
            <a:pPr lvl="0"/>
            <a:r>
              <a:rPr lang="es-ES" dirty="0"/>
              <a:t>To </a:t>
            </a:r>
            <a:r>
              <a:rPr lang="es-ES" dirty="0" err="1"/>
              <a:t>increase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advantages</a:t>
            </a:r>
            <a:r>
              <a:rPr lang="es-ES" dirty="0"/>
              <a:t> of </a:t>
            </a:r>
            <a:r>
              <a:rPr lang="es-ES" dirty="0" err="1"/>
              <a:t>the</a:t>
            </a:r>
            <a:r>
              <a:rPr lang="es-ES" dirty="0"/>
              <a:t> fans</a:t>
            </a:r>
          </a:p>
          <a:p>
            <a:pPr lvl="0"/>
            <a:r>
              <a:rPr lang="es-ES" dirty="0"/>
              <a:t>To </a:t>
            </a:r>
            <a:r>
              <a:rPr lang="es-ES" dirty="0" err="1"/>
              <a:t>give</a:t>
            </a:r>
            <a:r>
              <a:rPr lang="es-ES" dirty="0"/>
              <a:t> </a:t>
            </a:r>
            <a:r>
              <a:rPr lang="es-ES" dirty="0" err="1"/>
              <a:t>privileges</a:t>
            </a:r>
            <a:r>
              <a:rPr lang="es-ES" dirty="0"/>
              <a:t> to </a:t>
            </a:r>
            <a:r>
              <a:rPr lang="es-ES" dirty="0" err="1"/>
              <a:t>the</a:t>
            </a:r>
            <a:r>
              <a:rPr lang="es-ES" dirty="0"/>
              <a:t> Adidas’ fans</a:t>
            </a:r>
          </a:p>
          <a:p>
            <a:pPr lvl="0"/>
            <a:r>
              <a:rPr lang="es-ES" dirty="0" err="1"/>
              <a:t>Before</a:t>
            </a:r>
            <a:r>
              <a:rPr lang="es-ES" dirty="0"/>
              <a:t> </a:t>
            </a:r>
            <a:r>
              <a:rPr lang="es-ES" dirty="0" err="1"/>
              <a:t>athletes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 fans</a:t>
            </a:r>
          </a:p>
          <a:p>
            <a:pPr marL="101600" lvl="0" indent="0"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68356C63-9992-0840-AEC9-ABDE665292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034937" y="821112"/>
            <a:ext cx="3048000" cy="20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Performance</a:t>
            </a:r>
            <a:endParaRPr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2F1CD8D6-5626-1C4E-8603-CB098E9C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7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034937" y="1043180"/>
            <a:ext cx="3048000" cy="20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" sz="3200" dirty="0" err="1"/>
              <a:t>Technical</a:t>
            </a:r>
            <a:r>
              <a:rPr lang="es-ES" sz="3200" dirty="0"/>
              <a:t> </a:t>
            </a:r>
            <a:r>
              <a:rPr lang="es-ES" sz="3200" dirty="0" err="1"/>
              <a:t>characteristics</a:t>
            </a:r>
            <a:endParaRPr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2F1CD8D6-5626-1C4E-8603-CB098E9C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7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xfrm>
            <a:off x="1190100" y="302375"/>
            <a:ext cx="6763800" cy="5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183" name="Shape 183"/>
          <p:cNvSpPr/>
          <p:nvPr/>
        </p:nvSpPr>
        <p:spPr>
          <a:xfrm>
            <a:off x="3265050" y="1665625"/>
            <a:ext cx="2613900" cy="2613900"/>
          </a:xfrm>
          <a:prstGeom prst="donut">
            <a:avLst>
              <a:gd name="adj" fmla="val 8161"/>
            </a:avLst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2FF"/>
                </a:solidFill>
                <a:latin typeface="Muli"/>
                <a:ea typeface="Muli"/>
                <a:cs typeface="Muli"/>
                <a:sym typeface="Muli"/>
              </a:rPr>
              <a:t>NFC</a:t>
            </a:r>
            <a:endParaRPr sz="1800" b="1" dirty="0">
              <a:solidFill>
                <a:srgbClr val="00B2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5322450" y="1665625"/>
            <a:ext cx="2613900" cy="2613900"/>
          </a:xfrm>
          <a:prstGeom prst="donut">
            <a:avLst>
              <a:gd name="adj" fmla="val 8161"/>
            </a:avLst>
          </a:prstGeom>
          <a:solidFill>
            <a:srgbClr val="00B2FF">
              <a:alpha val="53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solidFill>
                  <a:srgbClr val="00B2FF"/>
                </a:solidFill>
                <a:latin typeface="Muli"/>
                <a:ea typeface="Muli"/>
                <a:cs typeface="Muli"/>
                <a:sym typeface="Muli"/>
              </a:rPr>
              <a:t>Php</a:t>
            </a:r>
            <a:r>
              <a:rPr lang="en" sz="1800" b="1" dirty="0">
                <a:solidFill>
                  <a:srgbClr val="00B2FF"/>
                </a:solidFill>
                <a:latin typeface="Muli"/>
                <a:ea typeface="Muli"/>
                <a:cs typeface="Muli"/>
                <a:sym typeface="Muli"/>
              </a:rPr>
              <a:t>/SQL</a:t>
            </a:r>
            <a:endParaRPr sz="1800" b="1" dirty="0">
              <a:solidFill>
                <a:srgbClr val="00B2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1207650" y="1665625"/>
            <a:ext cx="2613900" cy="2613900"/>
          </a:xfrm>
          <a:prstGeom prst="donut">
            <a:avLst>
              <a:gd name="adj" fmla="val 8161"/>
            </a:avLst>
          </a:prstGeom>
          <a:solidFill>
            <a:srgbClr val="00B2FF">
              <a:alpha val="53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2FF"/>
                </a:solidFill>
                <a:latin typeface="Muli"/>
                <a:ea typeface="Muli"/>
                <a:cs typeface="Muli"/>
                <a:sym typeface="Muli"/>
              </a:rPr>
              <a:t>Android</a:t>
            </a:r>
            <a:endParaRPr sz="1800" b="1" dirty="0">
              <a:solidFill>
                <a:srgbClr val="00B2FF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F02CAAFD-C49D-4B4B-AF52-9B39EFAB7D9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71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/>
          <p:nvPr/>
        </p:nvSpPr>
        <p:spPr>
          <a:xfrm>
            <a:off x="0" y="-25500"/>
            <a:ext cx="9144000" cy="5169000"/>
          </a:xfrm>
          <a:prstGeom prst="rect">
            <a:avLst/>
          </a:prstGeom>
          <a:solidFill>
            <a:srgbClr val="FFFFFF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Shape 423"/>
          <p:cNvSpPr txBox="1">
            <a:spLocks noGrp="1"/>
          </p:cNvSpPr>
          <p:nvPr>
            <p:ph type="ctrTitle" idx="4294967295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00B2FF"/>
                </a:solidFill>
              </a:rPr>
              <a:t>Thanks!</a:t>
            </a:r>
            <a:endParaRPr sz="9600">
              <a:solidFill>
                <a:srgbClr val="00B2FF"/>
              </a:solidFill>
            </a:endParaRPr>
          </a:p>
        </p:txBody>
      </p:sp>
      <p:sp>
        <p:nvSpPr>
          <p:cNvPr id="424" name="Shape 424"/>
          <p:cNvSpPr txBox="1">
            <a:spLocks noGrp="1"/>
          </p:cNvSpPr>
          <p:nvPr>
            <p:ph type="subTitle" idx="1"/>
          </p:nvPr>
        </p:nvSpPr>
        <p:spPr>
          <a:xfrm>
            <a:off x="876825" y="2688925"/>
            <a:ext cx="4334100" cy="2444700"/>
          </a:xfrm>
          <a:prstGeom prst="rect">
            <a:avLst/>
          </a:prstGeom>
          <a:solidFill>
            <a:srgbClr val="00B2FF">
              <a:alpha val="7333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Any questions?</a:t>
            </a:r>
            <a:endParaRPr sz="2400" b="1"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6E7BF7D5-CDC2-7D4F-A651-946D4E27D5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02432" cy="599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nqu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88</Words>
  <Application>Microsoft Office PowerPoint</Application>
  <PresentationFormat>Presentación en pantalla (16:9)</PresentationFormat>
  <Paragraphs>31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Muli</vt:lpstr>
      <vt:lpstr>Banquo template</vt:lpstr>
      <vt:lpstr>ADITOKEN</vt:lpstr>
      <vt:lpstr>Hello!</vt:lpstr>
      <vt:lpstr>Our  application</vt:lpstr>
      <vt:lpstr>LET’S REVIEW SOME CONCEPTS</vt:lpstr>
      <vt:lpstr>Why our  application ?</vt:lpstr>
      <vt:lpstr>Presentación de PowerPoint</vt:lpstr>
      <vt:lpstr>Performance</vt:lpstr>
      <vt:lpstr>Technical characteristics</vt:lpstr>
      <vt:lpstr>USE CHARTS TO EXPLAIN YOUR IDEAS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mario sanz fernandez</cp:lastModifiedBy>
  <cp:revision>37</cp:revision>
  <dcterms:modified xsi:type="dcterms:W3CDTF">2018-05-27T13:30:53Z</dcterms:modified>
</cp:coreProperties>
</file>